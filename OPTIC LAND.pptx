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537"/>
    <a:srgbClr val="2E3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15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21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55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47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65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5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15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277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6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86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747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8487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092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633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063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0485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31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B436A-D452-46CF-A2FE-69EDB36385F8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3F713-FE69-47B8-A448-2665EE047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680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ED490F-E445-1179-7CD4-E73325EB5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9" y="1123299"/>
            <a:ext cx="12192000" cy="1707978"/>
          </a:xfrm>
        </p:spPr>
        <p:txBody>
          <a:bodyPr>
            <a:normAutofit/>
          </a:bodyPr>
          <a:lstStyle/>
          <a:p>
            <a:r>
              <a:rPr lang="fr-FR" sz="9600" dirty="0"/>
              <a:t>OPTIC LAND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322E6A-6AED-9023-B006-BC4D2E3C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1974"/>
            <a:ext cx="9144000" cy="1417834"/>
          </a:xfrm>
        </p:spPr>
        <p:txBody>
          <a:bodyPr>
            <a:normAutofit/>
          </a:bodyPr>
          <a:lstStyle/>
          <a:p>
            <a:r>
              <a:rPr lang="fr-FR" dirty="0"/>
              <a:t>Guide d’utilisation professionnel</a:t>
            </a:r>
          </a:p>
        </p:txBody>
      </p:sp>
    </p:spTree>
    <p:extLst>
      <p:ext uri="{BB962C8B-B14F-4D97-AF65-F5344CB8AC3E}">
        <p14:creationId xmlns:p14="http://schemas.microsoft.com/office/powerpoint/2010/main" val="124555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40454-9CF0-416C-7E7C-8F283F94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2" y="174171"/>
            <a:ext cx="3932237" cy="1023257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fr-FR" dirty="0"/>
              <a:t>accueil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9661B-5A55-9FF5-7410-13AB2D427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9" y="2296886"/>
            <a:ext cx="3932237" cy="16981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000" dirty="0"/>
              <a:t>Interface principale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000" dirty="0"/>
              <a:t>Accès au module via le menu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000" dirty="0"/>
              <a:t>Vue d’ensemble du système</a:t>
            </a:r>
          </a:p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51418" y="1759527"/>
            <a:ext cx="5116138" cy="2660074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176" y="1197428"/>
            <a:ext cx="6899890" cy="421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2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503418-8B30-F023-EDD6-CBB89E44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3142"/>
            <a:ext cx="5568593" cy="664029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Gestion des patients</a:t>
            </a:r>
            <a:endParaRPr lang="fr-FR" sz="320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5EEF06-2FB5-24D0-A291-8B748B3A1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" y="2296887"/>
            <a:ext cx="4849465" cy="324394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/>
              <a:t>Ajouter</a:t>
            </a:r>
            <a:r>
              <a:rPr lang="en-US" sz="2000" dirty="0"/>
              <a:t> : </a:t>
            </a:r>
            <a:r>
              <a:rPr lang="en-US" sz="2000" dirty="0" err="1"/>
              <a:t>enregistrer</a:t>
            </a:r>
            <a:r>
              <a:rPr lang="en-US" sz="2000" dirty="0"/>
              <a:t> un patient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/>
              <a:t>Rechercher</a:t>
            </a:r>
            <a:r>
              <a:rPr lang="en-US" sz="2000" dirty="0"/>
              <a:t> : </a:t>
            </a:r>
            <a:r>
              <a:rPr lang="en-US" sz="2000" dirty="0" err="1"/>
              <a:t>trouver</a:t>
            </a:r>
            <a:r>
              <a:rPr lang="en-US" sz="2000" dirty="0"/>
              <a:t> via un ID (</a:t>
            </a:r>
            <a:r>
              <a:rPr lang="en-US" sz="2000" dirty="0" err="1"/>
              <a:t>identifiant</a:t>
            </a:r>
            <a:r>
              <a:rPr lang="en-US" sz="2000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Modifier : </a:t>
            </a:r>
            <a:r>
              <a:rPr lang="en-US" sz="2000" dirty="0" err="1"/>
              <a:t>mettre</a:t>
            </a:r>
            <a:r>
              <a:rPr lang="en-US" sz="2000" dirty="0"/>
              <a:t> a jour les </a:t>
            </a:r>
            <a:r>
              <a:rPr lang="en-US" sz="2000" dirty="0" err="1"/>
              <a:t>infos</a:t>
            </a:r>
            <a:r>
              <a:rPr lang="en-US" sz="2000" dirty="0"/>
              <a:t> d’un patient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/>
              <a:t>Supprimer</a:t>
            </a:r>
            <a:r>
              <a:rPr lang="en-US" sz="2000" dirty="0"/>
              <a:t> : effacer un patient</a:t>
            </a:r>
            <a:endParaRPr lang="fr-FR" sz="20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215D3543-01A6-488F-88C1-4FE9D53C6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300" y="1742973"/>
            <a:ext cx="5565775" cy="2914853"/>
          </a:xfrm>
        </p:spPr>
      </p:pic>
    </p:spTree>
    <p:extLst>
      <p:ext uri="{BB962C8B-B14F-4D97-AF65-F5344CB8AC3E}">
        <p14:creationId xmlns:p14="http://schemas.microsoft.com/office/powerpoint/2010/main" val="260526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0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4F42D-F19A-8379-39EE-65F86132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1531"/>
            <a:ext cx="5641279" cy="9144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Gestion des </a:t>
            </a:r>
            <a:r>
              <a:rPr lang="en-US" dirty="0" err="1"/>
              <a:t>produits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45571F-7386-3603-7396-23468378F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23" y="2585832"/>
            <a:ext cx="4407613" cy="2006716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/>
              <a:t>Ajouter</a:t>
            </a:r>
            <a:r>
              <a:rPr lang="en-US" sz="2000" dirty="0"/>
              <a:t> : </a:t>
            </a:r>
            <a:r>
              <a:rPr lang="en-US" sz="2000" dirty="0" err="1"/>
              <a:t>permet</a:t>
            </a:r>
            <a:r>
              <a:rPr lang="en-US" sz="2000" dirty="0"/>
              <a:t> </a:t>
            </a:r>
            <a:r>
              <a:rPr lang="en-US" sz="2000" dirty="0" err="1"/>
              <a:t>d’enregistrer</a:t>
            </a:r>
            <a:r>
              <a:rPr lang="en-US" sz="2000" dirty="0"/>
              <a:t> un </a:t>
            </a:r>
            <a:r>
              <a:rPr lang="en-US" sz="2000" dirty="0" err="1"/>
              <a:t>produit</a:t>
            </a:r>
            <a:endParaRPr lang="en-US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/>
              <a:t>Rechercher</a:t>
            </a:r>
            <a:r>
              <a:rPr lang="en-US" sz="2000" dirty="0"/>
              <a:t> : </a:t>
            </a:r>
            <a:r>
              <a:rPr lang="en-US" sz="2000" dirty="0" err="1"/>
              <a:t>trouver</a:t>
            </a:r>
            <a:r>
              <a:rPr lang="en-US" sz="2000" dirty="0"/>
              <a:t> via un ID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/>
              <a:t>Supprrimer</a:t>
            </a:r>
            <a:r>
              <a:rPr lang="en-US" sz="2000" dirty="0"/>
              <a:t> : efface le </a:t>
            </a:r>
            <a:r>
              <a:rPr lang="en-US" sz="2000" dirty="0" err="1"/>
              <a:t>produit</a:t>
            </a:r>
            <a:endParaRPr lang="fr-FR" sz="20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B14477E-2D84-D837-826D-98AE95B51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139" y="2246785"/>
            <a:ext cx="6189662" cy="3235284"/>
          </a:xfrm>
        </p:spPr>
      </p:pic>
    </p:spTree>
    <p:extLst>
      <p:ext uri="{BB962C8B-B14F-4D97-AF65-F5344CB8AC3E}">
        <p14:creationId xmlns:p14="http://schemas.microsoft.com/office/powerpoint/2010/main" val="47839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14309D-E5B8-8DCC-F07F-4E378CB2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5" y="740229"/>
            <a:ext cx="4838928" cy="653143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Gestion des ventes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3BA96A-A31A-632C-25BF-A930FCF91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764973"/>
            <a:ext cx="4387065" cy="1550173"/>
          </a:xfrm>
          <a:noFill/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Ajouter</a:t>
            </a:r>
            <a:r>
              <a:rPr lang="en-US" sz="2000" dirty="0"/>
              <a:t> : </a:t>
            </a:r>
            <a:r>
              <a:rPr lang="en-US" sz="2000" dirty="0" err="1"/>
              <a:t>permet</a:t>
            </a:r>
            <a:r>
              <a:rPr lang="en-US" sz="2000" dirty="0"/>
              <a:t> </a:t>
            </a:r>
            <a:r>
              <a:rPr lang="en-US" sz="2000" dirty="0" err="1"/>
              <a:t>d’ajouter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vente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Supprimer</a:t>
            </a:r>
            <a:r>
              <a:rPr lang="en-US" sz="2000" dirty="0"/>
              <a:t> : effacer </a:t>
            </a:r>
            <a:r>
              <a:rPr lang="en-US" sz="2000" dirty="0" err="1"/>
              <a:t>une</a:t>
            </a:r>
            <a:r>
              <a:rPr lang="en-US" sz="2000" dirty="0"/>
              <a:t> vente </a:t>
            </a:r>
            <a:endParaRPr lang="fr-FR" sz="20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B2B44690-4955-47FF-7A47-734BBAF2A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13" y="1571542"/>
            <a:ext cx="6189662" cy="3257716"/>
          </a:xfrm>
        </p:spPr>
      </p:pic>
    </p:spTree>
    <p:extLst>
      <p:ext uri="{BB962C8B-B14F-4D97-AF65-F5344CB8AC3E}">
        <p14:creationId xmlns:p14="http://schemas.microsoft.com/office/powerpoint/2010/main" val="321237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235BE-4146-9971-4D2C-6CE912CC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86" y="359227"/>
            <a:ext cx="6299388" cy="740229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dirty="0"/>
              <a:t>Gestion des consultations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ECE752-55B4-93B6-1823-76E257D43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492" y="2644067"/>
            <a:ext cx="4576266" cy="15698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Ajout : ajouter une consultation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Supprimer : effacer une consultation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75E00B26-9C28-490E-C716-4AA4D74AC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525" y="2175805"/>
            <a:ext cx="6189662" cy="3251265"/>
          </a:xfrm>
        </p:spPr>
      </p:pic>
    </p:spTree>
    <p:extLst>
      <p:ext uri="{BB962C8B-B14F-4D97-AF65-F5344CB8AC3E}">
        <p14:creationId xmlns:p14="http://schemas.microsoft.com/office/powerpoint/2010/main" val="38115333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7A19A0-6059-C9CA-7037-DE37EC55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7" y="228601"/>
            <a:ext cx="6370085" cy="8382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dirty="0"/>
              <a:t>Gestion des fournisseurs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98F18C-C467-B124-55FF-A799DF535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3457" y="2596060"/>
            <a:ext cx="4870058" cy="1665880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Ajout : permet d’ajouter un fournisseur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Rechercher : trouver via un ID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Supprimer : effacer un fournisseur</a:t>
            </a:r>
          </a:p>
          <a:p>
            <a:endParaRPr lang="fr-FR" sz="20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A7EFA84C-15EE-06F0-37E1-9DD1585CE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993" y="1949475"/>
            <a:ext cx="6189662" cy="3241589"/>
          </a:xfrm>
        </p:spPr>
      </p:pic>
    </p:spTree>
    <p:extLst>
      <p:ext uri="{BB962C8B-B14F-4D97-AF65-F5344CB8AC3E}">
        <p14:creationId xmlns:p14="http://schemas.microsoft.com/office/powerpoint/2010/main" val="243548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05BCE9-54BC-3ABA-92BA-61064E92F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5" y="226766"/>
            <a:ext cx="6041205" cy="93617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dirty="0"/>
              <a:t>Gestion des commandes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414828-F551-6510-43B1-BD1FD9668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4804" y="2846614"/>
            <a:ext cx="4680857" cy="116477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Ajout : ajouter une commande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Supprimer : effacer une commande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DE5A20CF-270D-B1A6-18B4-84214CBE0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089" y="2058069"/>
            <a:ext cx="6189662" cy="3209335"/>
          </a:xfrm>
        </p:spPr>
      </p:pic>
    </p:spTree>
    <p:extLst>
      <p:ext uri="{BB962C8B-B14F-4D97-AF65-F5344CB8AC3E}">
        <p14:creationId xmlns:p14="http://schemas.microsoft.com/office/powerpoint/2010/main" val="2453526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200">
              <a:srgbClr val="1D214B"/>
            </a:gs>
            <a:gs pos="0">
              <a:srgbClr val="171537"/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E09BB-2E14-5B66-E4CA-45B3BF96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5" y="344061"/>
            <a:ext cx="5291191" cy="685800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dirty="0"/>
              <a:t>Gestion des livraisons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A459B8-C0FE-569A-A492-2675D3693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500" y="2477050"/>
            <a:ext cx="4215266" cy="2238788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000" dirty="0"/>
              <a:t>Ajout : permet d’ajouter une livraison a travers son identifiant et sa commande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000" dirty="0"/>
              <a:t>Supprimer : effacer  une livraison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D1034772-749F-DBEA-462A-09ECCBF8F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703" y="1891844"/>
            <a:ext cx="6189662" cy="3244814"/>
          </a:xfrm>
        </p:spPr>
      </p:pic>
    </p:spTree>
    <p:extLst>
      <p:ext uri="{BB962C8B-B14F-4D97-AF65-F5344CB8AC3E}">
        <p14:creationId xmlns:p14="http://schemas.microsoft.com/office/powerpoint/2010/main" val="250548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150</Words>
  <Application>Microsoft Office PowerPoint</Application>
  <PresentationFormat>Grand écran</PresentationFormat>
  <Paragraphs>31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Rockwell</vt:lpstr>
      <vt:lpstr>Wingdings</vt:lpstr>
      <vt:lpstr>Damask</vt:lpstr>
      <vt:lpstr>OPTIC LAND </vt:lpstr>
      <vt:lpstr>accueil</vt:lpstr>
      <vt:lpstr>Gestion des patients</vt:lpstr>
      <vt:lpstr>Gestion des produits</vt:lpstr>
      <vt:lpstr>Gestion des ventes</vt:lpstr>
      <vt:lpstr>Gestion des consultations</vt:lpstr>
      <vt:lpstr>Gestion des fournisseurs</vt:lpstr>
      <vt:lpstr>Gestion des commandes</vt:lpstr>
      <vt:lpstr>Gestion des livraisons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 LAND </dc:title>
  <dc:creator>Utilisateur</dc:creator>
  <cp:lastModifiedBy>Prince</cp:lastModifiedBy>
  <cp:revision>4</cp:revision>
  <dcterms:created xsi:type="dcterms:W3CDTF">2026-05-04T00:28:20Z</dcterms:created>
  <dcterms:modified xsi:type="dcterms:W3CDTF">2026-05-04T16:27:36Z</dcterms:modified>
</cp:coreProperties>
</file>